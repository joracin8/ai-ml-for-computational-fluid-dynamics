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Pressure Validation — PINN vs StarCCM+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74980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7EC8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Intermediate Checkpoint  |  96,864 Validation Points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3200400" y="1078992"/>
            <a:ext cx="2743200" cy="27432"/>
          </a:xfrm>
          <a:prstGeom prst="rect">
            <a:avLst/>
          </a:prstGeom>
          <a:solidFill>
            <a:srgbClr val="1E90FF"/>
          </a:solidFill>
          <a:ln w="12700">
            <a:solidFill>
              <a:srgbClr val="1E90FF"/>
            </a:solidFill>
            <a:prstDash val="solid"/>
          </a:ln>
        </p:spPr>
      </p:sp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188720"/>
          <a:ext cx="8046720" cy="914400"/>
        </p:xfrm>
        <a:graphic>
          <a:graphicData uri="http://schemas.openxmlformats.org/drawingml/2006/table">
            <a:tbl>
              <a:tblPr/>
              <a:tblGrid>
                <a:gridCol w="2560320"/>
                <a:gridCol w="1645920"/>
                <a:gridCol w="1645920"/>
                <a:gridCol w="2194560"/>
              </a:tblGrid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7EC8E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Metric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7EC8E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PINN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7EC8E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StarCCM+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7EC8E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Status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Min Pressure (Pa)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13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0D4A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-0.0008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13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-0.0062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13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0D4A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✔ Match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137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Max Pressure (Pa)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8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0D4A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2.5936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8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2.7257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8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0D4A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✔ Match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840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Mean Pressure (Pa)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13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0D4A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1.3176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13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1.3847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13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0D4A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✔ Match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137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L2 Absolute Error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8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D7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0.0787 Pa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8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8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0D4A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✔ Excellent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840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L2 Relative Error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13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D7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4.91 %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13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13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0D4A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✔ Excellent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137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Validation Points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8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0D4A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96,864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8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96,864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8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0D4A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✔ Full Domain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840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Training Status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13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i="1" dirty="0">
                          <a:solidFill>
                            <a:srgbClr val="FFD7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Intermediate Ckpt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13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Converged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13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A5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⚠ In Progress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137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457200" y="46634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5A7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Evaluated at intermediate training checkpoint. L2 error expected to improve further at full convergence (1,500,000 steps).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2026-04-23T10:45:34Z</dcterms:created>
  <dcterms:modified xsi:type="dcterms:W3CDTF">2026-04-23T10:45:34Z</dcterms:modified>
</cp:coreProperties>
</file>