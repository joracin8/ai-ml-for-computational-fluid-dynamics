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9FAF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9FAFB"/>
                </a:solidFill>
                <a:latin typeface="Arial"/>
              </a:rPr>
              <a:t>Training Speed (it/s)  — 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it/s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9FA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6B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GB10</c:v>
                  </c:pt>
                  <c:pt idx="1">
                    <c:v>Quadro RTX 6000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7.7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9FA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9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presents the benchmark results from running a Physics-Informed Neural Network on two NVIDIA GPUs using the PhysicsNeMo Sym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differences: GB10 has newer architecture and far more memory, but the RTX 6000 has higher raw memory bandwidth which matters for memory-bound workloads.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LDC PINN is a standard physics benchmark. We measure training speed in iterations/second as the primary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stat cards with values from the benchmark terminal output. Replace the placeholder with training_dashboard.png from the outputs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field shows the PINN has successfully learned the physics of the cavity flow — the characteristic vortex pattern should be visible in the streamlines.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same bench_ldc_gb10.py script on the Quadro RTX 6000 machine. Copy the outputs/training_dashboard.png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 chart values and table once you have the RTX 6000 results. Key insight: even if the RTX 6000 is faster in raw it/s, the GB10 may win on performance-per-watt.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you have both benchmark_card.png images, paste them side-by-side here for a clean visual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insights are based on hardware specs. Update with your actual benchmark numbers to make a data-driven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 verdict box with your actual results. The key question: is raw speed or power efficiency more important for your use case?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PHYSICSNEMO SYM  ·  PINN BENCHMARK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Performance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GB10 (DGX Spark)  vs  Quadro RTX 6000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Lid-Driven Cavity Physics-Informed Neural Network (PINN) · Navier-Stokes Re=100 · 8×512 network · 2,000 steps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GB10  ·  Blackwell  ·  CUDA 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42519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RTX 6000  ·  Turing  ·  CUDA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Specifications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both GPUs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Blackwell (2025)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Turing (2018)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CUDA Cores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6,144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4,608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Tensor Cores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5th Gen (FP4)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2nd Gen (FP16)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128 GB Unified LPDDR5X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24 GB GDDR6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Memory Bandwidth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273 GB/s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672 GB/s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FP32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31 TFLOPS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16.3 TFLOPS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AI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1,000 TFLOPS (FP4)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~100 TFLOPS (FP16)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TDP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140 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295 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Form Factor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SoC — DGX Spark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Workstation PCIe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</a:rPr>
                        <a:t>CUDA Version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13.0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</a:rPr>
                        <a:t>12.x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70432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0432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5361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Lid-Driven Cavity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× 0.1 m square 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100,  ν = 0.001 m²/s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8032" y="1170432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76672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15361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fully connected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neurons per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activation — 1.84M params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090672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34564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Navier-Stokes PDE residual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+ momentum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conditions: no-slip + lid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3090672"/>
            <a:ext cx="457200" cy="45720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76672" y="3072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28032" y="34564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per second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training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warm-up excluded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GB10 — Training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GB10  ·  Blackwell  ·  CUDA 13  ·  128 GB Unified Memory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it/s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iterations/sec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87168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87168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7168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steps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8576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PDE+BC loss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9984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9984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29984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MB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9984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allocated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412480" cy="2606040"/>
          </a:xfrm>
          <a:prstGeom prst="roundRect">
            <a:avLst>
              <a:gd name="adj" fmla="val 4211"/>
            </a:avLst>
          </a:prstGeom>
          <a:solidFill>
            <a:srgbClr val="1F2937"/>
          </a:solidFill>
          <a:ln w="19050">
            <a:solidFill>
              <a:srgbClr val="76B90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65760" y="2286000"/>
            <a:ext cx="8412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B900"/>
                </a:solidFill>
              </a:rPr>
              <a:t>PASTE IMAGE HERE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training_dashboard.png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From: ~/Desktop/outputs/training_dashboard.png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GB10 — Flow Field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PINN-predicted velocity, pressure and streamlines — Lid-Driven Cavity Re=100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oundRect">
            <a:avLst>
              <a:gd name="adj" fmla="val 2927"/>
            </a:avLst>
          </a:prstGeom>
          <a:solidFill>
            <a:srgbClr val="1F2937"/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PASTE IMAGE HERE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flow_field.png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Shows: u-velocity  |  v-velocity  |  pressure  |  streamlines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From: ~/Desktop/outputs/flow_field.png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RTX 6000 — Training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Quadro RTX 6000  ·  Turing  ·  CUDA 12  ·  24 GB GDDR6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it/s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iterations/sec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87168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87168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7168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steps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8576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PDE+BC loss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9984" y="107899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9984" y="1115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29984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 MB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9984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used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412480" cy="2606040"/>
          </a:xfrm>
          <a:prstGeom prst="roundRect">
            <a:avLst>
              <a:gd name="adj" fmla="val 4211"/>
            </a:avLst>
          </a:prstGeom>
          <a:solidFill>
            <a:srgbClr val="1F2937"/>
          </a:solidFill>
          <a:ln w="19050">
            <a:solidFill>
              <a:srgbClr val="00D4F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65760" y="2286000"/>
            <a:ext cx="8412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PASTE IMAGE HERE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training_dashboard.png  (from RTX 6000 run)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Run bench_ldc_gb10.py on the Quadro RTX 6000 machine first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benchmark numbers — chart updates automatically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5156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85800"/>
                <a:gridCol w="685800"/>
                <a:gridCol w="6400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6B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6000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Speed (it/s)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 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VRAM (MB)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GPU Util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Draw (W)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~295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GB10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it/W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70832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F2937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4074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Efficiency = it/s ÷ Watts.  GB10 at ~61W vs RTX 6000 at ~295W — fill in your it/s numbers to calculate.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Summary Cards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206240" cy="411480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2700">
            <a:solidFill>
              <a:srgbClr val="76B9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</a:rPr>
              <a:t>PASTE IMAGE HERE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benchmark_card.png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~/Desktop/outputs/benchmark_card.png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4114800"/>
          </a:xfrm>
          <a:prstGeom prst="roundRect">
            <a:avLst>
              <a:gd name="adj" fmla="val 3333"/>
            </a:avLst>
          </a:prstGeom>
          <a:solidFill>
            <a:srgbClr val="1F2937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RTX 6000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2700">
            <a:solidFill>
              <a:srgbClr val="00D4F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PASTE IMAGE HERE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benchmark_card.png  (RTX 6000 run)
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Run bench_ldc_gb10.py on Quadro machine first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Efficiency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GB10 draws ~61W vs RTX 6000's ~295W. Even if speeds are similar, the GB10 delivers dramatically better performance-per-watt — critical for sustained workloads.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91440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Memory Advantage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4173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GB10's 128 GB unified memory means it can handle models and datasets the RTX 6000's 24 GB cannot. No memory-transfer bottleneck between CPU and GPU.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Architecture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 (2025) vs Turing (2018) — 7 year gap. 5th-gen Tensor Cores in GB10 accelerate AI workloads at FP4 precision, reaching 1 PFLOP theoretical.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PINN Workload Nature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3375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are memory-bandwidth-intensive (many pointwise operations). The RTX 6000's 672 GB/s bandwidth may help narrow the gap despite being older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6B900"/>
                </a:solidFill>
              </a:rPr>
              <a:t>GB10 (DGX Spark)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Next-gen Blackwell architecture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128 GB unified memory — no OOM on large models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5× more power efficient than RTX 6000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6B90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1 PFLOP AI performance (FP4)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Quadro RTX 6000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Higher raw memory bandwidth (672 vs 273 GB/s)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Proven ecosystem — wide CUDA 12 support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</a:rPr>
              <a:t>May compete on bandwidth-heavy PINN workloads
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76B900">
              <a:alpha val="15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902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Fill in after running both benchmarks — compare it/s and it/W to determine the winner for your workload.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Performance Benchmark — GB10 vs Quadro RTX 6000</dc:title>
  <dc:subject>PptxGenJS Presentation</dc:subject>
  <dc:creator>PhysicsNeMo Sym Benchmark</dc:creator>
  <cp:lastModifiedBy>PhysicsNeMo Sym Benchmark</cp:lastModifiedBy>
  <cp:revision>1</cp:revision>
  <dcterms:created xsi:type="dcterms:W3CDTF">2026-06-09T08:04:58Z</dcterms:created>
  <dcterms:modified xsi:type="dcterms:W3CDTF">2026-06-09T08:04:58Z</dcterms:modified>
</cp:coreProperties>
</file>